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11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EB2EF-B9BC-981B-90E7-EDD15608E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2"/>
            <a:ext cx="16256000" cy="907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51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Custom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Thang Tran Thanh</cp:lastModifiedBy>
  <cp:revision>2</cp:revision>
  <dcterms:created xsi:type="dcterms:W3CDTF">2006-08-16T00:00:00Z</dcterms:created>
  <dcterms:modified xsi:type="dcterms:W3CDTF">2026-05-06T08:07:27Z</dcterms:modified>
</cp:coreProperties>
</file>