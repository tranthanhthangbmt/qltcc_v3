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42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6F9E8-A8AA-A749-F9D9-40FF16911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42"/>
            <a:ext cx="16256000" cy="907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048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Thang Tran Thanh</cp:lastModifiedBy>
  <cp:revision>2</cp:revision>
  <dcterms:created xsi:type="dcterms:W3CDTF">2006-08-16T00:00:00Z</dcterms:created>
  <dcterms:modified xsi:type="dcterms:W3CDTF">2026-05-06T07:53:35Z</dcterms:modified>
</cp:coreProperties>
</file>